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"/>
  </p:notesMasterIdLst>
  <p:sldIdLst>
    <p:sldId id="256" r:id="rId2"/>
  </p:sldIdLst>
  <p:sldSz cx="6858000" cy="13487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F27677-518B-6F4D-A823-EE60B8921674}" v="34" dt="2026-07-01T11:01:31.166"/>
  </p1510:revLst>
</p1510:revInfo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60" d="100"/>
          <a:sy n="160" d="100"/>
        </p:scale>
        <p:origin x="728" y="-8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24667-0372-6943-80C1-6B14C374A36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44775" y="1143000"/>
            <a:ext cx="1568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E757C8-2757-174C-B8E6-CCFABE22B9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110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44775" y="1143000"/>
            <a:ext cx="15684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757C8-2757-174C-B8E6-CCFABE22B92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697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207314"/>
            <a:ext cx="5829300" cy="469561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7084008"/>
            <a:ext cx="5143500" cy="325633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BED3-FFA8-BF4A-845F-67D38883190D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5283-6B50-154F-A036-9DAFAF75AB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421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BED3-FFA8-BF4A-845F-67D38883190D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5283-6B50-154F-A036-9DAFAF75AB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637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362488"/>
            <a:ext cx="5915025" cy="561038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9025947"/>
            <a:ext cx="5915025" cy="295036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BED3-FFA8-BF4A-845F-67D38883190D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5283-6B50-154F-A036-9DAFAF75AB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062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590396"/>
            <a:ext cx="2914650" cy="85576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590396"/>
            <a:ext cx="2914650" cy="85576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BED3-FFA8-BF4A-845F-67D38883190D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5283-6B50-154F-A036-9DAFAF75AB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406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718082"/>
            <a:ext cx="5915025" cy="260694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3306287"/>
            <a:ext cx="2901255" cy="162036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926648"/>
            <a:ext cx="2901255" cy="72463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3306287"/>
            <a:ext cx="2915543" cy="162036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926648"/>
            <a:ext cx="2915543" cy="72463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BED3-FFA8-BF4A-845F-67D38883190D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5283-6B50-154F-A036-9DAFAF75AB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527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BED3-FFA8-BF4A-845F-67D38883190D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5283-6B50-154F-A036-9DAFAF75AB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794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BED3-FFA8-BF4A-845F-67D38883190D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5283-6B50-154F-A036-9DAFAF75AB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345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99160"/>
            <a:ext cx="2211884" cy="31470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941939"/>
            <a:ext cx="3471863" cy="958479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4046220"/>
            <a:ext cx="2211884" cy="74961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BED3-FFA8-BF4A-845F-67D38883190D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5283-6B50-154F-A036-9DAFAF75AB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501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99160"/>
            <a:ext cx="2211884" cy="31470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941939"/>
            <a:ext cx="3471863" cy="9584796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4046220"/>
            <a:ext cx="2211884" cy="74961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BED3-FFA8-BF4A-845F-67D38883190D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5283-6B50-154F-A036-9DAFAF75AB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710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BED3-FFA8-BF4A-845F-67D38883190D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5283-6B50-154F-A036-9DAFAF75AB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049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718079"/>
            <a:ext cx="1478756" cy="1142994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718079"/>
            <a:ext cx="4350544" cy="1142994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BED3-FFA8-BF4A-845F-67D38883190D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5283-6B50-154F-A036-9DAFAF75AB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930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718082"/>
            <a:ext cx="5915025" cy="26069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590396"/>
            <a:ext cx="5915025" cy="8557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2500825"/>
            <a:ext cx="1543050" cy="718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0BED3-FFA8-BF4A-845F-67D38883190D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2500825"/>
            <a:ext cx="2314575" cy="718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2500825"/>
            <a:ext cx="1543050" cy="718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A45283-6B50-154F-A036-9DAFAF75AB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970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161849-18E1-D89B-5F8B-50135F48587F}"/>
              </a:ext>
            </a:extLst>
          </p:cNvPr>
          <p:cNvSpPr txBox="1"/>
          <p:nvPr/>
        </p:nvSpPr>
        <p:spPr>
          <a:xfrm>
            <a:off x="290128" y="223307"/>
            <a:ext cx="3920689" cy="36946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GB" sz="1801" dirty="0">
                <a:latin typeface="Arial" panose="020B0604020202020204" pitchFamily="34" charset="0"/>
                <a:cs typeface="Arial" panose="020B0604020202020204" pitchFamily="34" charset="0"/>
              </a:rPr>
              <a:t>Mark’s Simple Gematria Debunker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05206C-5A7A-492D-5F40-8B9554F69010}"/>
              </a:ext>
            </a:extLst>
          </p:cNvPr>
          <p:cNvSpPr/>
          <p:nvPr/>
        </p:nvSpPr>
        <p:spPr>
          <a:xfrm>
            <a:off x="290127" y="918380"/>
            <a:ext cx="4121582" cy="3614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GB" sz="1349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83ACD-CBC4-A894-660B-DCAC036B2877}"/>
              </a:ext>
            </a:extLst>
          </p:cNvPr>
          <p:cNvSpPr txBox="1"/>
          <p:nvPr/>
        </p:nvSpPr>
        <p:spPr>
          <a:xfrm>
            <a:off x="290127" y="641376"/>
            <a:ext cx="2453364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Words to score and search - add: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9BE828-AD99-5BE9-CEDE-63DB84EEBFFD}"/>
              </a:ext>
            </a:extLst>
          </p:cNvPr>
          <p:cNvSpPr/>
          <p:nvPr/>
        </p:nvSpPr>
        <p:spPr>
          <a:xfrm>
            <a:off x="290127" y="1697884"/>
            <a:ext cx="4121582" cy="3614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GB" sz="1349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Cool kid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BBEDEF-414C-3D58-7282-ECC5B5AB8165}"/>
              </a:ext>
            </a:extLst>
          </p:cNvPr>
          <p:cNvSpPr txBox="1"/>
          <p:nvPr/>
        </p:nvSpPr>
        <p:spPr>
          <a:xfrm>
            <a:off x="290127" y="1420880"/>
            <a:ext cx="2531912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Words to always match – subtract: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EC75C3-AD01-3574-0464-9894624EBC24}"/>
              </a:ext>
            </a:extLst>
          </p:cNvPr>
          <p:cNvSpPr/>
          <p:nvPr/>
        </p:nvSpPr>
        <p:spPr>
          <a:xfrm>
            <a:off x="2703666" y="2336318"/>
            <a:ext cx="1708043" cy="36143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349" dirty="0">
                <a:latin typeface="Arial" panose="020B0604020202020204" pitchFamily="34" charset="0"/>
                <a:cs typeface="Arial" panose="020B0604020202020204" pitchFamily="34" charset="0"/>
              </a:rPr>
              <a:t>Search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601FF9-36A1-BE7F-1C5B-480C9DDFEC2E}"/>
              </a:ext>
            </a:extLst>
          </p:cNvPr>
          <p:cNvSpPr txBox="1"/>
          <p:nvPr/>
        </p:nvSpPr>
        <p:spPr>
          <a:xfrm>
            <a:off x="3172506" y="1455506"/>
            <a:ext cx="12919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(optional)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DD1D77-72BC-7957-6A3D-A704A738B3FB}"/>
              </a:ext>
            </a:extLst>
          </p:cNvPr>
          <p:cNvSpPr txBox="1"/>
          <p:nvPr/>
        </p:nvSpPr>
        <p:spPr>
          <a:xfrm>
            <a:off x="290127" y="2970011"/>
            <a:ext cx="962246" cy="36946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en-US"/>
            </a:defPPr>
            <a:lvl1pPr>
              <a:defRPr sz="1801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b="1" dirty="0"/>
              <a:t>Results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4B8382-62F8-DCE8-E022-D03D61BD6BDC}"/>
              </a:ext>
            </a:extLst>
          </p:cNvPr>
          <p:cNvSpPr txBox="1"/>
          <p:nvPr/>
        </p:nvSpPr>
        <p:spPr>
          <a:xfrm>
            <a:off x="290127" y="3339472"/>
            <a:ext cx="1031624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Word scores: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5EA8CCE-CE69-32AE-A7B6-2981B646B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575102"/>
              </p:ext>
            </p:extLst>
          </p:nvPr>
        </p:nvGraphicFramePr>
        <p:xfrm>
          <a:off x="290128" y="3616471"/>
          <a:ext cx="3988852" cy="1920240"/>
        </p:xfrm>
        <a:graphic>
          <a:graphicData uri="http://schemas.openxmlformats.org/drawingml/2006/table">
            <a:tbl>
              <a:tblPr firstCol="1" bandRow="1">
                <a:tableStyleId>{5A111915-BE36-4E01-A7E5-04B1672EAD32}</a:tableStyleId>
              </a:tblPr>
              <a:tblGrid>
                <a:gridCol w="1690119">
                  <a:extLst>
                    <a:ext uri="{9D8B030D-6E8A-4147-A177-3AD203B41FA5}">
                      <a16:colId xmlns:a16="http://schemas.microsoft.com/office/drawing/2014/main" val="1064956374"/>
                    </a:ext>
                  </a:extLst>
                </a:gridCol>
                <a:gridCol w="1242531">
                  <a:extLst>
                    <a:ext uri="{9D8B030D-6E8A-4147-A177-3AD203B41FA5}">
                      <a16:colId xmlns:a16="http://schemas.microsoft.com/office/drawing/2014/main" val="3412596840"/>
                    </a:ext>
                  </a:extLst>
                </a:gridCol>
                <a:gridCol w="1056202">
                  <a:extLst>
                    <a:ext uri="{9D8B030D-6E8A-4147-A177-3AD203B41FA5}">
                      <a16:colId xmlns:a16="http://schemas.microsoft.com/office/drawing/2014/main" val="3319970125"/>
                    </a:ext>
                  </a:extLst>
                </a:gridCol>
              </a:tblGrid>
              <a:tr h="191563">
                <a:tc>
                  <a:txBody>
                    <a:bodyPr/>
                    <a:lstStyle/>
                    <a:p>
                      <a:r>
                        <a:rPr lang="en-GB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 words: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499560"/>
                  </a:ext>
                </a:extLst>
              </a:tr>
              <a:tr h="191563">
                <a:tc>
                  <a:txBody>
                    <a:bodyPr/>
                    <a:lstStyle/>
                    <a:p>
                      <a:endParaRPr lang="en-GB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418193"/>
                  </a:ext>
                </a:extLst>
              </a:tr>
              <a:tr h="191563">
                <a:tc>
                  <a:txBody>
                    <a:bodyPr/>
                    <a:lstStyle/>
                    <a:p>
                      <a:endParaRPr lang="en-GB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112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298410"/>
                  </a:ext>
                </a:extLst>
              </a:tr>
              <a:tr h="191563">
                <a:tc>
                  <a:txBody>
                    <a:bodyPr/>
                    <a:lstStyle/>
                    <a:p>
                      <a:r>
                        <a:rPr lang="en-GB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Subtract words: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-45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4947991"/>
                  </a:ext>
                </a:extLst>
              </a:tr>
              <a:tr h="191563">
                <a:tc>
                  <a:txBody>
                    <a:bodyPr/>
                    <a:lstStyle/>
                    <a:p>
                      <a:endParaRPr lang="en-GB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-23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3302316"/>
                  </a:ext>
                </a:extLst>
              </a:tr>
              <a:tr h="191563">
                <a:tc>
                  <a:txBody>
                    <a:bodyPr/>
                    <a:lstStyle/>
                    <a:p>
                      <a:endParaRPr lang="en-GB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-69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6582646"/>
                  </a:ext>
                </a:extLst>
              </a:tr>
              <a:tr h="191563">
                <a:tc>
                  <a:txBody>
                    <a:bodyPr/>
                    <a:lstStyle/>
                    <a:p>
                      <a:endParaRPr lang="en-GB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GB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795573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DBAE154-6382-AB8B-0B26-90CC508D244A}"/>
              </a:ext>
            </a:extLst>
          </p:cNvPr>
          <p:cNvSpPr txBox="1"/>
          <p:nvPr/>
        </p:nvSpPr>
        <p:spPr>
          <a:xfrm>
            <a:off x="290128" y="5674799"/>
            <a:ext cx="2224327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Number of combinations found: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47C5C87-B3C3-C648-12A4-63901FFF0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259550"/>
              </p:ext>
            </p:extLst>
          </p:nvPr>
        </p:nvGraphicFramePr>
        <p:xfrm>
          <a:off x="290128" y="5951798"/>
          <a:ext cx="3988852" cy="1645920"/>
        </p:xfrm>
        <a:graphic>
          <a:graphicData uri="http://schemas.openxmlformats.org/drawingml/2006/table">
            <a:tbl>
              <a:tblPr firstCol="1" bandRow="1">
                <a:tableStyleId>{21E4AEA4-8DFA-4A89-87EB-49C32662AFE0}</a:tableStyleId>
              </a:tblPr>
              <a:tblGrid>
                <a:gridCol w="802579">
                  <a:extLst>
                    <a:ext uri="{9D8B030D-6E8A-4147-A177-3AD203B41FA5}">
                      <a16:colId xmlns:a16="http://schemas.microsoft.com/office/drawing/2014/main" val="1064956374"/>
                    </a:ext>
                  </a:extLst>
                </a:gridCol>
                <a:gridCol w="3186273">
                  <a:extLst>
                    <a:ext uri="{9D8B030D-6E8A-4147-A177-3AD203B41FA5}">
                      <a16:colId xmlns:a16="http://schemas.microsoft.com/office/drawing/2014/main" val="3412596840"/>
                    </a:ext>
                  </a:extLst>
                </a:gridCol>
              </a:tblGrid>
              <a:tr h="222373">
                <a:tc>
                  <a:txBody>
                    <a:bodyPr/>
                    <a:lstStyle/>
                    <a:p>
                      <a:r>
                        <a:rPr lang="en-GB" sz="1200" b="0" i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word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i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99560"/>
                  </a:ext>
                </a:extLst>
              </a:tr>
              <a:tr h="222373">
                <a:tc>
                  <a:txBody>
                    <a:bodyPr/>
                    <a:lstStyle/>
                    <a:p>
                      <a:r>
                        <a:rPr lang="en-GB" sz="1200" b="0" i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words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i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47,055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18193"/>
                  </a:ext>
                </a:extLst>
              </a:tr>
              <a:tr h="222373">
                <a:tc>
                  <a:txBody>
                    <a:bodyPr/>
                    <a:lstStyle/>
                    <a:p>
                      <a:r>
                        <a:rPr lang="en-GB" sz="1200" b="0" i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words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1,856,184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947991"/>
                  </a:ext>
                </a:extLst>
              </a:tr>
              <a:tr h="222373">
                <a:tc>
                  <a:txBody>
                    <a:bodyPr/>
                    <a:lstStyle/>
                    <a:p>
                      <a:r>
                        <a:rPr lang="en-GB" sz="1200" b="0" i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words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24,950,563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33039"/>
                  </a:ext>
                </a:extLst>
              </a:tr>
              <a:tr h="222373">
                <a:tc>
                  <a:txBody>
                    <a:bodyPr/>
                    <a:lstStyle/>
                    <a:p>
                      <a:r>
                        <a:rPr lang="en-GB" sz="1200" b="0" i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words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152,604,262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910734"/>
                  </a:ext>
                </a:extLst>
              </a:tr>
              <a:tr h="222373">
                <a:tc>
                  <a:txBody>
                    <a:bodyPr/>
                    <a:lstStyle/>
                    <a:p>
                      <a:r>
                        <a:rPr lang="en-GB" sz="1200" b="0" i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words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481,359,896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67024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5D0248F-0F8C-CC89-09AB-AED2724BA652}"/>
              </a:ext>
            </a:extLst>
          </p:cNvPr>
          <p:cNvSpPr txBox="1"/>
          <p:nvPr/>
        </p:nvSpPr>
        <p:spPr>
          <a:xfrm>
            <a:off x="290128" y="7779578"/>
            <a:ext cx="1169551" cy="36946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en-US"/>
            </a:defPPr>
            <a:lvl1pPr>
              <a:defRPr sz="1801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b="1" dirty="0"/>
              <a:t>Examples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98E315-2B9E-E108-01A3-C620467E5FEF}"/>
              </a:ext>
            </a:extLst>
          </p:cNvPr>
          <p:cNvSpPr txBox="1"/>
          <p:nvPr/>
        </p:nvSpPr>
        <p:spPr>
          <a:xfrm>
            <a:off x="290128" y="8149038"/>
            <a:ext cx="237924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 word – showing 15 of 161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FD3D7A-D9B6-3720-729C-A56264BAC309}"/>
              </a:ext>
            </a:extLst>
          </p:cNvPr>
          <p:cNvSpPr txBox="1"/>
          <p:nvPr/>
        </p:nvSpPr>
        <p:spPr>
          <a:xfrm>
            <a:off x="290128" y="8472202"/>
            <a:ext cx="51292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/>
              <a:t>    </a:t>
            </a:r>
            <a:r>
              <a:rPr lang="en-IE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cool kid </a:t>
            </a:r>
            <a:r>
              <a:rPr lang="en-IE" sz="1200" dirty="0" err="1"/>
              <a:t>phs</a:t>
            </a:r>
            <a:endParaRPr lang="en-IE" sz="1200" dirty="0"/>
          </a:p>
          <a:p>
            <a:r>
              <a:rPr lang="en-IE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    cool kid </a:t>
            </a:r>
            <a:r>
              <a:rPr lang="en-IE" sz="1200" dirty="0"/>
              <a:t>dart</a:t>
            </a:r>
          </a:p>
          <a:p>
            <a:r>
              <a:rPr lang="en-IE" sz="1200" dirty="0"/>
              <a:t>    </a:t>
            </a:r>
            <a:r>
              <a:rPr lang="en-IE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cool kid </a:t>
            </a:r>
            <a:r>
              <a:rPr lang="en-IE" sz="1200" dirty="0"/>
              <a:t>heated</a:t>
            </a:r>
          </a:p>
          <a:p>
            <a:r>
              <a:rPr lang="en-IE" sz="1200" dirty="0"/>
              <a:t>    </a:t>
            </a:r>
            <a:r>
              <a:rPr lang="en-IE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cool kid </a:t>
            </a:r>
            <a:r>
              <a:rPr lang="en-IE" sz="1200" dirty="0"/>
              <a:t>enabled</a:t>
            </a:r>
          </a:p>
          <a:p>
            <a:r>
              <a:rPr lang="en-IE" sz="1200" dirty="0"/>
              <a:t>    </a:t>
            </a:r>
            <a:r>
              <a:rPr lang="en-IE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cool kid </a:t>
            </a:r>
            <a:r>
              <a:rPr lang="en-IE" sz="1200" dirty="0"/>
              <a:t>block</a:t>
            </a:r>
          </a:p>
          <a:p>
            <a:r>
              <a:rPr lang="en-IE" sz="1200" dirty="0"/>
              <a:t>    </a:t>
            </a:r>
            <a:r>
              <a:rPr lang="en-IE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cool kid </a:t>
            </a:r>
            <a:r>
              <a:rPr lang="en-IE" sz="1200" dirty="0"/>
              <a:t>ford</a:t>
            </a:r>
          </a:p>
          <a:p>
            <a:r>
              <a:rPr lang="en-IE" sz="1200" dirty="0"/>
              <a:t>    </a:t>
            </a:r>
            <a:r>
              <a:rPr lang="en-IE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cool kid </a:t>
            </a:r>
            <a:r>
              <a:rPr lang="en-IE" sz="1200" dirty="0" err="1"/>
              <a:t>tw</a:t>
            </a:r>
            <a:endParaRPr lang="en-IE" sz="1200" dirty="0"/>
          </a:p>
          <a:p>
            <a:r>
              <a:rPr lang="en-IE" sz="1200" dirty="0"/>
              <a:t>    </a:t>
            </a:r>
            <a:r>
              <a:rPr lang="en-IE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cool kid </a:t>
            </a:r>
            <a:r>
              <a:rPr lang="en-IE" sz="1200" dirty="0"/>
              <a:t>recap</a:t>
            </a:r>
            <a:br>
              <a:rPr lang="en-IE" sz="1200" dirty="0"/>
            </a:br>
            <a:r>
              <a:rPr lang="en-IE" sz="1200" dirty="0"/>
              <a:t>  </a:t>
            </a:r>
            <a:r>
              <a:rPr lang="en-IE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  cool kid </a:t>
            </a:r>
            <a:r>
              <a:rPr lang="en-IE" sz="1200" dirty="0"/>
              <a:t>tin</a:t>
            </a:r>
          </a:p>
          <a:p>
            <a:r>
              <a:rPr lang="en-IE" sz="1200" dirty="0"/>
              <a:t>    </a:t>
            </a:r>
            <a:r>
              <a:rPr lang="en-IE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cool kid </a:t>
            </a:r>
            <a:r>
              <a:rPr lang="en-IE" sz="1200" dirty="0" err="1"/>
              <a:t>anemia</a:t>
            </a:r>
            <a:endParaRPr lang="en-IE" sz="1200" dirty="0"/>
          </a:p>
          <a:p>
            <a:r>
              <a:rPr lang="en-IE" sz="1200" dirty="0"/>
              <a:t>    </a:t>
            </a:r>
            <a:r>
              <a:rPr lang="en-IE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cool kid </a:t>
            </a:r>
            <a:r>
              <a:rPr lang="en-IE" sz="1200" dirty="0" err="1"/>
              <a:t>phs</a:t>
            </a:r>
            <a:endParaRPr lang="en-IE" sz="1200" dirty="0"/>
          </a:p>
          <a:p>
            <a:r>
              <a:rPr lang="en-IE" sz="1200" dirty="0"/>
              <a:t>    </a:t>
            </a:r>
            <a:r>
              <a:rPr lang="en-IE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cool kid </a:t>
            </a:r>
            <a:r>
              <a:rPr lang="en-IE" sz="1200" dirty="0"/>
              <a:t>mark</a:t>
            </a:r>
          </a:p>
          <a:p>
            <a:r>
              <a:rPr lang="en-IE" sz="1200" dirty="0"/>
              <a:t>    </a:t>
            </a:r>
            <a:r>
              <a:rPr lang="en-IE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cool kid </a:t>
            </a:r>
            <a:r>
              <a:rPr lang="en-IE" sz="1200" dirty="0" err="1"/>
              <a:t>oman</a:t>
            </a:r>
            <a:endParaRPr lang="en-IE" sz="1200" dirty="0"/>
          </a:p>
          <a:p>
            <a:r>
              <a:rPr lang="en-IE" sz="1200" dirty="0"/>
              <a:t>    </a:t>
            </a:r>
            <a:r>
              <a:rPr lang="en-IE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cool kid </a:t>
            </a:r>
            <a:r>
              <a:rPr lang="en-IE" sz="1200" dirty="0"/>
              <a:t>diablo</a:t>
            </a:r>
          </a:p>
          <a:p>
            <a:r>
              <a:rPr lang="en-IE" sz="1200" dirty="0"/>
              <a:t>    </a:t>
            </a:r>
            <a:r>
              <a:rPr lang="en-IE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cool kid </a:t>
            </a:r>
            <a:r>
              <a:rPr lang="en-IE" sz="1200" dirty="0"/>
              <a:t>behave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4B9F8D-818C-CFCD-5751-15F37E26FD5F}"/>
              </a:ext>
            </a:extLst>
          </p:cNvPr>
          <p:cNvSpPr txBox="1"/>
          <p:nvPr/>
        </p:nvSpPr>
        <p:spPr>
          <a:xfrm>
            <a:off x="290127" y="11388882"/>
            <a:ext cx="3920690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/>
              <a:t>2 words – see 15 of 47,055</a:t>
            </a:r>
          </a:p>
          <a:p>
            <a:r>
              <a:rPr lang="en-GB" sz="1500" dirty="0"/>
              <a:t>3 words – see 15 of </a:t>
            </a:r>
            <a:r>
              <a:rPr lang="en-IE" sz="1500" dirty="0">
                <a:solidFill>
                  <a:schemeClr val="dk1"/>
                </a:solidFill>
              </a:rPr>
              <a:t>1,856,184</a:t>
            </a:r>
          </a:p>
          <a:p>
            <a:r>
              <a:rPr lang="en-IE" sz="1500" dirty="0">
                <a:solidFill>
                  <a:schemeClr val="dk1"/>
                </a:solidFill>
              </a:rPr>
              <a:t>4 words – see 15 of 24,950,563</a:t>
            </a:r>
          </a:p>
          <a:p>
            <a:r>
              <a:rPr lang="en-IE" sz="1500" dirty="0">
                <a:solidFill>
                  <a:schemeClr val="dk1"/>
                </a:solidFill>
              </a:rPr>
              <a:t>5 words – see 15 of 152,604,262</a:t>
            </a:r>
          </a:p>
          <a:p>
            <a:r>
              <a:rPr lang="en-IE" sz="1500" dirty="0">
                <a:solidFill>
                  <a:schemeClr val="dk1"/>
                </a:solidFill>
              </a:rPr>
              <a:t>6 words  – see 15 of 481,359,896</a:t>
            </a:r>
          </a:p>
          <a:p>
            <a:endParaRPr lang="en-IE" sz="1600" dirty="0">
              <a:solidFill>
                <a:schemeClr val="dk1"/>
              </a:solidFill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B5D783B8-FC8F-DA32-6298-0B0FFF6DA0D5}"/>
              </a:ext>
            </a:extLst>
          </p:cNvPr>
          <p:cNvSpPr/>
          <p:nvPr/>
        </p:nvSpPr>
        <p:spPr>
          <a:xfrm>
            <a:off x="3940313" y="8247558"/>
            <a:ext cx="208105" cy="126124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34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38A46308-F247-5DDF-CCFF-B3A2C61EAB78}"/>
              </a:ext>
            </a:extLst>
          </p:cNvPr>
          <p:cNvSpPr/>
          <p:nvPr/>
        </p:nvSpPr>
        <p:spPr>
          <a:xfrm rot="10800000">
            <a:off x="3940313" y="11492245"/>
            <a:ext cx="208105" cy="126124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34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94F08AF2-2F04-7961-105D-206AB1F2C99E}"/>
              </a:ext>
            </a:extLst>
          </p:cNvPr>
          <p:cNvSpPr/>
          <p:nvPr/>
        </p:nvSpPr>
        <p:spPr>
          <a:xfrm rot="10800000">
            <a:off x="3940313" y="11720609"/>
            <a:ext cx="208105" cy="126124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34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riangle 24">
            <a:extLst>
              <a:ext uri="{FF2B5EF4-FFF2-40B4-BE49-F238E27FC236}">
                <a16:creationId xmlns:a16="http://schemas.microsoft.com/office/drawing/2014/main" id="{C9B2A0F6-2A93-6F7A-E987-00C5835B45B8}"/>
              </a:ext>
            </a:extLst>
          </p:cNvPr>
          <p:cNvSpPr/>
          <p:nvPr/>
        </p:nvSpPr>
        <p:spPr>
          <a:xfrm rot="10800000">
            <a:off x="3940313" y="11948973"/>
            <a:ext cx="208105" cy="126124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34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id="{A7DFF890-E474-14B6-5BF5-9742FE521876}"/>
              </a:ext>
            </a:extLst>
          </p:cNvPr>
          <p:cNvSpPr/>
          <p:nvPr/>
        </p:nvSpPr>
        <p:spPr>
          <a:xfrm rot="10800000">
            <a:off x="3940313" y="12177337"/>
            <a:ext cx="208105" cy="126124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34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riangle 26">
            <a:extLst>
              <a:ext uri="{FF2B5EF4-FFF2-40B4-BE49-F238E27FC236}">
                <a16:creationId xmlns:a16="http://schemas.microsoft.com/office/drawing/2014/main" id="{FFB91721-D102-1D5D-D1DC-86AF75A59D27}"/>
              </a:ext>
            </a:extLst>
          </p:cNvPr>
          <p:cNvSpPr/>
          <p:nvPr/>
        </p:nvSpPr>
        <p:spPr>
          <a:xfrm rot="10800000">
            <a:off x="3940313" y="12405700"/>
            <a:ext cx="208105" cy="126124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34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3EC2EBF-B848-18C6-35B6-8406EF9DAC2B}"/>
              </a:ext>
            </a:extLst>
          </p:cNvPr>
          <p:cNvSpPr/>
          <p:nvPr/>
        </p:nvSpPr>
        <p:spPr>
          <a:xfrm>
            <a:off x="3172506" y="10984750"/>
            <a:ext cx="1038311" cy="24753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050" dirty="0">
                <a:latin typeface="Arial" panose="020B0604020202020204" pitchFamily="34" charset="0"/>
                <a:cs typeface="Arial" panose="020B0604020202020204" pitchFamily="34" charset="0"/>
              </a:rPr>
              <a:t>More…</a:t>
            </a:r>
          </a:p>
        </p:txBody>
      </p:sp>
    </p:spTree>
    <p:extLst>
      <p:ext uri="{BB962C8B-B14F-4D97-AF65-F5344CB8AC3E}">
        <p14:creationId xmlns:p14="http://schemas.microsoft.com/office/powerpoint/2010/main" val="1148738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184</Words>
  <Application>Microsoft Macintosh PowerPoint</Application>
  <PresentationFormat>Custom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Lenahan</dc:creator>
  <cp:lastModifiedBy>Mark Lenahan</cp:lastModifiedBy>
  <cp:revision>1</cp:revision>
  <dcterms:created xsi:type="dcterms:W3CDTF">2026-07-01T10:30:13Z</dcterms:created>
  <dcterms:modified xsi:type="dcterms:W3CDTF">2026-07-01T11:05:48Z</dcterms:modified>
</cp:coreProperties>
</file>